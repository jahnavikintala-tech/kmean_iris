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5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2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5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8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3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1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4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7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6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2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K-Means Clustering on Iris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 on Iris Dataset</a:t>
            </a:r>
          </a:p>
          <a:p>
            <a:r>
              <a:t>Using Sepal Length &amp; Sepal Width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Iris Dataset</a:t>
            </a:r>
          </a:p>
          <a:p>
            <a:r>
              <a:t>• 150 samples</a:t>
            </a:r>
          </a:p>
          <a:p>
            <a:r>
              <a:t>• 3 Species</a:t>
            </a:r>
          </a:p>
          <a:p>
            <a:r>
              <a:t>• Unsupervised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K-Means</a:t>
            </a:r>
          </a:p>
          <a:p>
            <a:r>
              <a:t>• Divide into 3 clusters</a:t>
            </a:r>
          </a:p>
          <a:p>
            <a:r>
              <a:t>• Analyze grouping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Sepal Length</a:t>
            </a:r>
          </a:p>
          <a:p>
            <a:r>
              <a:t>• Sepal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- K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Centroids</a:t>
            </a:r>
          </a:p>
          <a:p>
            <a:r>
              <a:t>2. Assign Points to nearest centroid</a:t>
            </a:r>
          </a:p>
          <a:p>
            <a:r>
              <a:t>3. Update Centroids</a:t>
            </a:r>
          </a:p>
          <a:p>
            <a:r>
              <a:t>4. Repeat until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 Libraries</a:t>
            </a:r>
          </a:p>
          <a:p>
            <a:r>
              <a:t>• Load Dataset</a:t>
            </a:r>
          </a:p>
          <a:p>
            <a:r>
              <a:t>• Select Features</a:t>
            </a:r>
          </a:p>
          <a:p>
            <a:r>
              <a:t>• Apply KMeans(n_clusters=3)</a:t>
            </a:r>
          </a:p>
          <a:p>
            <a:r>
              <a:t>• Predict Clusters</a:t>
            </a:r>
          </a:p>
          <a:p>
            <a:r>
              <a:t>• Plot Scatter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divided into 3 clusters</a:t>
            </a:r>
          </a:p>
          <a:p>
            <a:r>
              <a:t>• Clear separation observed</a:t>
            </a:r>
          </a:p>
          <a:p>
            <a:r>
              <a:t>• Closely matches actual species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K-Means works effectively</a:t>
            </a:r>
          </a:p>
          <a:p>
            <a:r>
              <a:t>• Simple and powerful algorithm</a:t>
            </a:r>
          </a:p>
          <a:p>
            <a:r>
              <a:t>• Useful for unsupervised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126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K-Means Clustering on Iris</vt:lpstr>
      <vt:lpstr>Introduction</vt:lpstr>
      <vt:lpstr>Objective</vt:lpstr>
      <vt:lpstr>Features Used</vt:lpstr>
      <vt:lpstr>Algorithm - K Means</vt:lpstr>
      <vt:lpstr>Implementation Steps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 on Iris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2026-06-13T11:34:11Z</dcterms:modified>
  <cp:category/>
</cp:coreProperties>
</file>